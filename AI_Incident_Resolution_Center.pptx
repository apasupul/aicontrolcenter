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problem: operations teams juggle 6+ disconnected tools every time a ticket comes in. This deck pitches a single unified AI-powered workspace to change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the average engineer is not slow — the process is slow. They context-switch 6+ times per incident. That's the problem we're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north star. Every tool feeds into one AI-coordinated workspace. The user never needs to leave the app to diagnose and resolve an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category: Intake → Build → Deploy → Scan → Artifact → KB. Emphasize that ALL of these are already in use — we're connecting them, not replacing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workflow slide. Walk through each numbered step. Emphasize step 2 (auto-routing) and step 4 (AI diagnosis) as the highest-value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product stakeholders. Walk through each panel. Point out: 1) Ticket context auto-loaded on left, 2) dual log panels center, 3) always-visible KB right, 4) AI chat at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KB strategy is a key differentiator. AI can't use blurry screenshots — so we describe every image in text. This makes the KB genuinely AI-queryable, not just searchable.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each capability briefly. The key message: AI is not a chatbot bolted on. It has structured context — logs, ticket, KB — and does real analytical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ROI slide. If stakeholders ask for metrics, suggest a 30-day pilot with time-to-resolution tracking as the primary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lowest risk — pure integration, no AI yet. That alone has value. Phase 2 is where the magic happens. Phase 3 closes the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ask is minimal. The upside — faster resolution, better KB, fewer escalations — is significant. Offer to run a 2-week proof-of-concept demo first if approval is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2011680"/>
          </a:xfrm>
          <a:prstGeom prst="rect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274320"/>
            <a:ext cx="109728" cy="109728"/>
          </a:xfrm>
          <a:prstGeom prst="ellipse">
            <a:avLst/>
          </a:prstGeom>
          <a:solidFill>
            <a:srgbClr val="00C2D1">
              <a:alpha val="60000"/>
            </a:srgbClr>
          </a:solidFill>
          <a:ln w="12700">
            <a:solidFill>
              <a:srgbClr val="00C2D1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594360"/>
            <a:ext cx="109728" cy="109728"/>
          </a:xfrm>
          <a:prstGeom prst="ellipse">
            <a:avLst/>
          </a:prstGeom>
          <a:solidFill>
            <a:srgbClr val="00C2D1">
              <a:alpha val="45000"/>
            </a:srgbClr>
          </a:solidFill>
          <a:ln w="12700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74320"/>
            <a:ext cx="109728" cy="109728"/>
          </a:xfrm>
          <a:prstGeom prst="ellipse">
            <a:avLst/>
          </a:prstGeom>
          <a:solidFill>
            <a:srgbClr val="00C2D1">
              <a:alpha val="60000"/>
            </a:srgbClr>
          </a:solidFill>
          <a:ln w="12700">
            <a:solidFill>
              <a:srgbClr val="00C2D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594360"/>
            <a:ext cx="109728" cy="109728"/>
          </a:xfrm>
          <a:prstGeom prst="ellipse">
            <a:avLst/>
          </a:prstGeom>
          <a:solidFill>
            <a:srgbClr val="00C2D1">
              <a:alpha val="45000"/>
            </a:srgbClr>
          </a:solidFill>
          <a:ln w="12700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274320"/>
            <a:ext cx="109728" cy="109728"/>
          </a:xfrm>
          <a:prstGeom prst="ellipse">
            <a:avLst/>
          </a:prstGeom>
          <a:solidFill>
            <a:srgbClr val="00C2D1">
              <a:alpha val="60000"/>
            </a:srgbClr>
          </a:solidFill>
          <a:ln w="12700">
            <a:solidFill>
              <a:srgbClr val="00C2D1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594360"/>
            <a:ext cx="109728" cy="109728"/>
          </a:xfrm>
          <a:prstGeom prst="ellipse">
            <a:avLst/>
          </a:prstGeom>
          <a:solidFill>
            <a:srgbClr val="00C2D1">
              <a:alpha val="45000"/>
            </a:srgbClr>
          </a:solidFill>
          <a:ln w="12700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9880" y="274320"/>
            <a:ext cx="109728" cy="109728"/>
          </a:xfrm>
          <a:prstGeom prst="ellipse">
            <a:avLst/>
          </a:prstGeom>
          <a:solidFill>
            <a:srgbClr val="00C2D1">
              <a:alpha val="60000"/>
            </a:srgbClr>
          </a:solidFill>
          <a:ln w="12700">
            <a:solidFill>
              <a:srgbClr val="00C2D1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69880" y="594360"/>
            <a:ext cx="109728" cy="109728"/>
          </a:xfrm>
          <a:prstGeom prst="ellipse">
            <a:avLst/>
          </a:prstGeom>
          <a:solidFill>
            <a:srgbClr val="00C2D1">
              <a:alpha val="45000"/>
            </a:srgbClr>
          </a:solidFill>
          <a:ln w="12700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274320"/>
            <a:ext cx="109728" cy="109728"/>
          </a:xfrm>
          <a:prstGeom prst="ellipse">
            <a:avLst/>
          </a:prstGeom>
          <a:solidFill>
            <a:srgbClr val="00C2D1">
              <a:alpha val="60000"/>
            </a:srgbClr>
          </a:solidFill>
          <a:ln w="12700">
            <a:solidFill>
              <a:srgbClr val="00C2D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594360"/>
            <a:ext cx="109728" cy="109728"/>
          </a:xfrm>
          <a:prstGeom prst="ellipse">
            <a:avLst/>
          </a:prstGeom>
          <a:solidFill>
            <a:srgbClr val="00C2D1">
              <a:alpha val="45000"/>
            </a:srgbClr>
          </a:solidFill>
          <a:ln w="12700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18872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AI USE CASE PROPOSAL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Resolution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DevOps Platform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workspace where operations teams resolve platform incidents faster,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AI, live tool logs, and an always-on knowledge base.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3B8"/>
                </a:solidFill>
              </a:rPr>
              <a:t>DevOps Platform  |  Engineering Operations  |  AI Innovation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lose hours navigating disconnected tools for every incident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Fragmentation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open Jira, GitHub, Harness, Jenkins, Confluence — each in separate tabs. Critical context is scattered, hidden in comments, or buried in logs.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4173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Retrieval is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1965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CI/CD logs requires navigating multiple dashboards. No single place to correlate build failures, deploy errors, and scan results.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4173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is Hard to Find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19659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and playbooks live in Confluence and GitHub Pages. Finding the right article during an incident costs time and requires exact keyword guessing.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9728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Checked Per Incident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 min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93192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Context-Gathering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6656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Retrieval Today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60120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Assistance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Every tool. AI at the center.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2331720"/>
            <a:ext cx="2377440" cy="2377440"/>
          </a:xfrm>
          <a:prstGeom prst="ellipse">
            <a:avLst/>
          </a:prstGeom>
          <a:solidFill>
            <a:srgbClr val="0097A7">
              <a:alpha val="80000"/>
            </a:srgbClr>
          </a:solidFill>
          <a:ln w="25400">
            <a:solidFill>
              <a:srgbClr val="00C2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23317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560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05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41148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0" y="100584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1005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41148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41148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25603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299625">
            <a:off x="1371600" y="3108960"/>
            <a:ext cx="4727103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 rot="2221823">
            <a:off x="3474720" y="1554480"/>
            <a:ext cx="3264421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 rot="-1420925">
            <a:off x="3474720" y="4663440"/>
            <a:ext cx="2845680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 rot="9282479">
            <a:off x="10241280" y="1554480"/>
            <a:ext cx="4601622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 rot="-9878303">
            <a:off x="10241280" y="4663440"/>
            <a:ext cx="4314670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 rot="10121404">
            <a:off x="8138160" y="3108960"/>
            <a:ext cx="2098145" cy="0"/>
          </a:xfrm>
          <a:prstGeom prst="line">
            <a:avLst/>
          </a:prstGeom>
          <a:noFill/>
          <a:ln w="12700">
            <a:solidFill>
              <a:srgbClr val="8DA3B8">
                <a:alpha val="60000"/>
              </a:srgbClr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457200" y="58978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 loads a Jira ticket → AI pulls logs, detects issues, surfaces relevant KB articles, and answers questions — all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Tool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daily-use DevOps tools connected into a single pane of glass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801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Intake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intake system. Loads ticket context: links, comments, attachments, status.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15768" y="12801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C2D1">
              <a:alpha val="75000"/>
            </a:srgbClr>
          </a:solidFill>
          <a:ln w="12700">
            <a:solidFill>
              <a:srgbClr val="00C2D1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D1"/>
                </a:solidFill>
              </a:rPr>
              <a:t>Build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15768" y="16276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5768" y="205740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runner. Log retrieval, onboarding status detection, build link parsing.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12801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C2D1">
              <a:alpha val="75000"/>
            </a:srgbClr>
          </a:solidFill>
          <a:ln w="12700">
            <a:solidFill>
              <a:srgbClr val="00C2D1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D1"/>
                </a:solidFill>
              </a:rPr>
              <a:t>Build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47488" y="16276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05740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CICD pipeline files. Log access, build history, failure pattern analysis.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9480" y="11887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79208" y="12801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9208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Deploy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79208" y="16276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79208" y="205740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orchestration. Deployment logs, stage details, pipeline run history.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01200" y="11887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10928" y="12801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0928" y="12801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Deploy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710928" y="16276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UrbanCode Deploy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10928" y="205740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 automation. Process logs, component version tracking.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88620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86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Scan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42336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46634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scans. Issue reports, quality gate status, hotspot details.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06040" y="37947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15768" y="388620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15768" y="3886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Scan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715768" y="42336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TruffleHog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15768" y="46634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scanning. Exposed credential reports, commit-level scan results.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37947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47488" y="388620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A78BFA">
              <a:alpha val="75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886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Artifact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47488" y="42336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Artifactory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47488" y="46634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repository. Build artifact metadata, version history, dependency resolution.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69480" y="37947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79208" y="388620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75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9208" y="3886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KB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379208" y="42336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79208" y="46634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articles, runbooks, architecture docs — AI-indexed and searchable.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01200" y="37947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710928" y="388620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75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10928" y="3886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</a:rPr>
              <a:t>KB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710928" y="42336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710928" y="46634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documentation. Auto-ingested, formatted for AI consumption with image descriptions.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ticket received to resolution — without leaving the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Ticket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Jira ticket ID. App fetches all context: comments, build links, deploy refs, reporter info, labels.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0" y="2331720"/>
            <a:ext cx="137160" cy="0"/>
          </a:xfrm>
          <a:prstGeom prst="line">
            <a:avLst/>
          </a:prstGeom>
          <a:noFill/>
          <a:ln w="19050">
            <a:solidFill>
              <a:srgbClr val="8D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23444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417320"/>
            <a:ext cx="502920" cy="50292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435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Onboarding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GitHub Actions link in ticket. If not onboarded → auto-route to migration team with pre-filled message.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2331720"/>
            <a:ext cx="137160" cy="0"/>
          </a:xfrm>
          <a:prstGeom prst="line">
            <a:avLst/>
          </a:prstGeom>
          <a:noFill/>
          <a:ln w="19050">
            <a:solidFill>
              <a:srgbClr val="8D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23444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4173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1435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Logs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20116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logs pulled from GitHub Actions / Jenkins / Harness / UCD. Stored locally, displayed as side-by-side panels with quick links.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904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48056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all logs. Produces a probable root cause summary with confidence indicators. Surfaces matching KB articles.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4800600"/>
            <a:ext cx="137160" cy="0"/>
          </a:xfrm>
          <a:prstGeom prst="line">
            <a:avLst/>
          </a:prstGeom>
          <a:noFill/>
          <a:ln w="19050">
            <a:solidFill>
              <a:srgbClr val="8D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370332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904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Solutions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26280" y="448056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AI to verify a proposed fix. AI cross-checks against logs, scan results, and knowledge base. Flags risks.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4800600"/>
            <a:ext cx="137160" cy="0"/>
          </a:xfrm>
          <a:prstGeom prst="line">
            <a:avLst/>
          </a:prstGeom>
          <a:noFill/>
          <a:ln w="19050">
            <a:solidFill>
              <a:srgbClr val="8D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3703320"/>
            <a:ext cx="3703320" cy="219456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0" y="38862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06840" y="3904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&amp; Document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58200" y="448056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resolution summary for the Jira ticket. Knowledge base is updated if a new pattern is detected.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UI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workspace with always-available knowledge base and AI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612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  Incident Resolution Center     [Ticket: JIRA-4821 — API Gateway 502 Error — High Priority]         ●  GitHub Actions  ●  Harness  ●  Sonar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56032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91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Ticket 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JIRA-4821
</a:t>
            </a:r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
</a:t>
            </a:r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</a:t>
            </a:r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
</a:t>
            </a:r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9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#GH-4820
</a:t>
            </a:r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buNone/>
            </a:pPr>
            <a:r>
              <a:rPr lang="en-US" sz="9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#382
</a:t>
            </a:r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 </a:t>
            </a:r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572768"/>
            <a:ext cx="3017520" cy="1691640"/>
          </a:xfrm>
          <a:prstGeom prst="roundRect">
            <a:avLst>
              <a:gd name="adj" fmla="val 3784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572768"/>
            <a:ext cx="3017520" cy="320040"/>
          </a:xfrm>
          <a:prstGeom prst="rect">
            <a:avLst/>
          </a:prstGeom>
          <a:solidFill>
            <a:srgbClr val="111133"/>
          </a:solidFill>
          <a:ln w="12700">
            <a:solidFill>
              <a:srgbClr val="1111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91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GitHub Actions Log   [quick link ↗]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19202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#4820 · main · 14 min ago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checkout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setup-java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cache dependencies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build  ← FAILED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Cannot resolve 'com.corp:api-client:2.1.0'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code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72200" y="1572768"/>
            <a:ext cx="3017520" cy="1691640"/>
          </a:xfrm>
          <a:prstGeom prst="roundRect">
            <a:avLst>
              <a:gd name="adj" fmla="val 3784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572768"/>
            <a:ext cx="3017520" cy="320040"/>
          </a:xfrm>
          <a:prstGeom prst="rect">
            <a:avLst/>
          </a:prstGeom>
          <a:solidFill>
            <a:srgbClr val="111133"/>
          </a:solidFill>
          <a:ln w="12700">
            <a:solidFill>
              <a:srgbClr val="111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Harness Deploy Log   [quick link ↗]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Pipeline: prod-gateway-deploy #382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artifact download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pre-deploy validation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deploy stage  ← FAILED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 version 2.1.0 not found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Artifactory repository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281160" y="1572768"/>
            <a:ext cx="2423160" cy="34747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572768"/>
            <a:ext cx="2423160" cy="320040"/>
          </a:xfrm>
          <a:prstGeom prst="rect">
            <a:avLst/>
          </a:prstGeom>
          <a:solidFill>
            <a:srgbClr val="10434A"/>
          </a:solidFill>
          <a:ln w="12700">
            <a:solidFill>
              <a:srgbClr val="104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Knowledge 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0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articles...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26880" y="1938528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F5F8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2286000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EBF8F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3134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Artifactory Dependency Resolution Errors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326880" y="2788920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EBF8FF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8163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GitHub Actions Build Failure Runbook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326880" y="3291840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33192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Harness Deploy Troubleshooting Guide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3794760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72600" y="38221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Onboarding Migration Checklist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326880" y="4297680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43251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SonarQube Quality Gate Failures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63240" y="3383280"/>
            <a:ext cx="6126480" cy="1691640"/>
          </a:xfrm>
          <a:prstGeom prst="roundRect">
            <a:avLst>
              <a:gd name="adj" fmla="val 3784"/>
            </a:avLst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63240" y="3383280"/>
            <a:ext cx="6126480" cy="32004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401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Assistant — Chat Workspace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0" y="37490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Based on the build and deploy logs, the root cause appears to be a missing artifact: com.corp:api-client:2.1.0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not published to Artifactory before the deploy pipeline ran. Suggested fix: re-trigger the build 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confirming artifact version 2.1.0 is published. I found 2 relevant KB articles above. Want me to draft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Jira resolution comment?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0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Panels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281160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D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AI-Ready Knowledge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article structured for AI consumption — text, metadata, and image descriptions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Formatting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Source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+ GitHub Pages → raw content extracted via API on schedule or webhook trigger.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Image-to-Description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449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screenshot / diagram is processed through vision AI to generate a plain-text description stored alongside the image.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Structured Formatting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normalized to formatted text with heading hierarchy, step lists, and code blocks clearly tagged.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Metadata Tagging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82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tagged with: tool (Jira, Harness, Jenkins…), category (build, deploy, scan), and error codes.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5303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Dual Search 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650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semantic search + metadata filters. Find by: 'Harness deploy failure', error code, or tool name.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56692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1DB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Article Card (AI-Consumable Format)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783080"/>
            <a:ext cx="5394960" cy="4389120"/>
          </a:xfrm>
          <a:prstGeom prst="roundRect">
            <a:avLst>
              <a:gd name="adj" fmla="val 1458"/>
            </a:avLst>
          </a:prstGeom>
          <a:solidFill>
            <a:srgbClr val="F8FBFF"/>
          </a:solidFill>
          <a:ln w="12700">
            <a:solidFill>
              <a:srgbClr val="D1D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874520"/>
            <a:ext cx="5166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Harness Deploy: Artifact Not Found
</a:t>
            </a:r>
            <a:endParaRPr lang="en-US" sz="1300" dirty="0"/>
          </a:p>
          <a:p>
            <a:pPr indent="0" marL="0">
              <a:buNone/>
            </a:pPr>
            <a:r>
              <a:rPr lang="en-US" sz="900" b="1" dirty="0">
                <a:solidFill>
                  <a:srgbClr val="8DA3B8"/>
                </a:solidFill>
              </a:rPr>
              <a:t>🏷 Tags: </a:t>
            </a:r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</a:rPr>
              <a:t>harness · deploy · artifactory · P1
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5A80"/>
                </a:solidFill>
              </a:rPr>
              <a:t>Symptom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Deploy pipeline fails at artifact download stage. Error: artifact version X not found.
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5A80"/>
                </a:solidFill>
              </a:rPr>
              <a:t>Resolution Steps
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1. Confirm artifact is published in Artifactory.
2. Verify version string matches pipeline config.
3. Re-trigger pipeline after artifact confirmed.
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5A80"/>
                </a:solidFill>
              </a:rPr>
              <a:t>📷 Screenshot Description
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8DA3B8"/>
                </a:solidFill>
              </a:rPr>
              <a:t>"The image shows the Harness pipeline UI with the deploy stage highlighted in red. A tooltip reads 'artifact version 2.1.0 not found'. An arrow points to the Artifactory panel on the right showing the latest published version is 2.0.9."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engine can do across every incident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C2D1">
              <a:alpha val="80000"/>
            </a:srgbClr>
          </a:solidFill>
          <a:ln w="12700">
            <a:solidFill>
              <a:srgbClr val="00C2D1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Diagnosis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available logs (build, deploy, scan) and produces a root cause hypothesis with confidence indicators. Cites the exact log line that triggered the finding.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371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Article Matching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19659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diagnosis against the entire knowledge base. Surfaces the most relevant runbook or guide, ranked by relevance. Links directly into the article.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1887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371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1389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Detection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58200" y="19659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Jira ticket links to detect GitHub Actions status. If team is not onboarded, generates a pre-filled routing message for the migration team.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86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Validation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proposes a fix; AI evaluates viability against current log evidence and KB guidance. Returns a structured Go / No-Go recommendation with reasoning.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703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886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C2D1">
              <a:alpha val="80000"/>
            </a:srgbClr>
          </a:solidFill>
          <a:ln w="12700">
            <a:solidFill>
              <a:srgbClr val="00C2D1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4920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Q&amp;A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628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general Q&amp;A about the DevOps platform: tool usage, pipeline syntax, deploy procedures, scan remediation — grounded in the KB and logs in context.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3886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06840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Drafting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5820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Jira ticket resolution comments and optional KB article drafts for novel issues, keeping institutional knowledge current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&amp;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and what we expect to gain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5F5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6+ tools per incident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134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lost to context gathering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pulled manually from each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8269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search requires exact keyword guessing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assistance — pure human effort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issues undocumented after resolution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5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decisions made manually by reading ticket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0FFF4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182880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workspace, all context auto-loaded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3134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available in under 2 minutes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79806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auto-fetched and stored on ticket load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28269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semantic search + AI-recommended articles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76732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validates fixes and surfaces risks proactively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KB updates for novel issues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473659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auto-detected, routing message generated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971800"/>
            <a:ext cx="731520" cy="73152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Rollout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foundation, AI core, full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703320" cy="5166360"/>
          </a:xfrm>
          <a:prstGeom prst="roundRect">
            <a:avLst>
              <a:gd name="adj" fmla="val 246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Weeks 1–4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integration — ticket context loader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8152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connector framework (GitHub Actions, Harness, Jenkins, UCD)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7398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retrieval and local storage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39826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UI with multi-panel layout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ingestion pipeline from Confluence + GitHub Pages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3703320" cy="5166360"/>
          </a:xfrm>
          <a:prstGeom prst="roundRect">
            <a:avLst>
              <a:gd name="adj" fmla="val 2469"/>
            </a:avLst>
          </a:prstGeom>
          <a:solidFill>
            <a:srgbClr val="1E3A5F"/>
          </a:solidFill>
          <a:ln w="12700">
            <a:solidFill>
              <a:srgbClr val="00C2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14300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Core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02996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0C2D1">
              <a:alpha val="70000"/>
            </a:srgbClr>
          </a:solidFill>
          <a:ln w="12700">
            <a:solidFill>
              <a:srgbClr val="00C2D1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D1"/>
                </a:solidFill>
              </a:rPr>
              <a:t>Weeks 5–10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0" y="24231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engine (log analysis → root cause)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308152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semantic search + metadata filters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7398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Image-to-description processing for all KB articles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439826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workspace with full context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505663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validation module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57150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auto-detection + routing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1143000"/>
            <a:ext cx="3703320" cy="5166360"/>
          </a:xfrm>
          <a:prstGeom prst="roundRect">
            <a:avLst>
              <a:gd name="adj" fmla="val 2469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114300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Automation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412480" y="202996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Weeks 11–16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12480" y="24231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+ TruffleHog scan result integration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08152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 artifact version tracking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373989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Auto-KB-update drafts for novel incidents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39826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resolution comment generation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505663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dashboard: MTTR, KB hit rate, AI 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57150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for AI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7A7">
              <a:alpha val="30000"/>
            </a:srgbClr>
          </a:solidFill>
          <a:ln w="12700">
            <a:solidFill>
              <a:srgbClr val="0097A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For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Approval to begin 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Access to tool APIs (Jira, GH, Harness, Jenkins, UCD, Artifactory, Sonar, Confluence)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9684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Small engineering team (2–3 devs + 1 ops SME)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46268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30-day pilot with 1 ops team cohort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Resolution Center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572000" y="2148840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</a:rPr>
              <a:t>AI-Powered DevOps Platform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06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every tool ops teams use daily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474720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474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4747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reads logs, diagnoses issues, and validates 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34340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43434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always visible, always AI-consumable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5212080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52120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12080" y="52120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rollout — value delivered in Phase 1 alone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6217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Incident Resolution Center</dc:title>
  <dc:subject>PptxGenJS Presentation</dc:subject>
  <dc:creator>PptxGenJS</dc:creator>
  <cp:lastModifiedBy>PptxGenJS</cp:lastModifiedBy>
  <cp:revision>1</cp:revision>
  <dcterms:created xsi:type="dcterms:W3CDTF">2026-06-16T20:27:30Z</dcterms:created>
  <dcterms:modified xsi:type="dcterms:W3CDTF">2026-06-16T20:27:30Z</dcterms:modified>
</cp:coreProperties>
</file>